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70" r:id="rId4"/>
    <p:sldId id="271" r:id="rId5"/>
    <p:sldId id="260" r:id="rId6"/>
    <p:sldId id="264" r:id="rId7"/>
    <p:sldId id="272" r:id="rId8"/>
    <p:sldId id="273" r:id="rId9"/>
    <p:sldId id="274" r:id="rId10"/>
    <p:sldId id="267" r:id="rId11"/>
    <p:sldId id="268" r:id="rId1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96">
          <p15:clr>
            <a:srgbClr val="A4A3A4"/>
          </p15:clr>
        </p15:guide>
        <p15:guide id="2" orient="horz" pos="858">
          <p15:clr>
            <a:srgbClr val="A4A3A4"/>
          </p15:clr>
        </p15:guide>
        <p15:guide id="3" pos="4451">
          <p15:clr>
            <a:srgbClr val="A4A3A4"/>
          </p15:clr>
        </p15:guide>
        <p15:guide id="4" pos="32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5BD54-0F1C-4388-A4A9-A4CE4975A56E}" v="2" dt="2023-10-23T05:46:07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53" y="72"/>
      </p:cViewPr>
      <p:guideLst>
        <p:guide orient="horz" pos="3996"/>
        <p:guide orient="horz" pos="858"/>
        <p:guide pos="4451"/>
        <p:guide pos="3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선우/사원/(주)코어빌더" userId="5893298e-b9f5-4d23-99d2-0c9469e4633a" providerId="ADAL" clId="{31F5BD54-0F1C-4388-A4A9-A4CE4975A56E}"/>
    <pc:docChg chg="modSld">
      <pc:chgData name="최선우/사원/(주)코어빌더" userId="5893298e-b9f5-4d23-99d2-0c9469e4633a" providerId="ADAL" clId="{31F5BD54-0F1C-4388-A4A9-A4CE4975A56E}" dt="2023-10-23T05:46:07.742" v="36" actId="20577"/>
      <pc:docMkLst>
        <pc:docMk/>
      </pc:docMkLst>
      <pc:sldChg chg="modSp mod">
        <pc:chgData name="최선우/사원/(주)코어빌더" userId="5893298e-b9f5-4d23-99d2-0c9469e4633a" providerId="ADAL" clId="{31F5BD54-0F1C-4388-A4A9-A4CE4975A56E}" dt="2023-10-23T05:46:07.742" v="36" actId="20577"/>
        <pc:sldMkLst>
          <pc:docMk/>
          <pc:sldMk cId="1811668268" sldId="268"/>
        </pc:sldMkLst>
        <pc:spChg chg="mod">
          <ac:chgData name="최선우/사원/(주)코어빌더" userId="5893298e-b9f5-4d23-99d2-0c9469e4633a" providerId="ADAL" clId="{31F5BD54-0F1C-4388-A4A9-A4CE4975A56E}" dt="2023-10-23T05:46:07.742" v="36" actId="20577"/>
          <ac:spMkLst>
            <pc:docMk/>
            <pc:sldMk cId="1811668268" sldId="26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BDF1B-33FD-4959-83AE-0C142BD0734E}" type="datetimeFigureOut">
              <a:rPr lang="ko-KR" altLang="en-US" smtClean="0"/>
              <a:t>2023-10-23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069C-FAAF-44AA-8F7C-F7BDF46FD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53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D926C-A6EB-4A10-B1B2-70B2BF907AF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708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D926C-A6EB-4A10-B1B2-70B2BF907AF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506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D926C-A6EB-4A10-B1B2-70B2BF907AF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28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D926C-A6EB-4A10-B1B2-70B2BF907AF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2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D926C-A6EB-4A10-B1B2-70B2BF907AF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932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D926C-A6EB-4A10-B1B2-70B2BF907A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05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102F-0311-47AA-8F9B-A169B99C6A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28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/>
          <a:srcRect t="-2" b="5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7185248" y="2060848"/>
            <a:ext cx="2482660" cy="35719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7185248" y="928670"/>
            <a:ext cx="2482660" cy="35719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7185248" y="2418037"/>
            <a:ext cx="2482660" cy="415421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7185248" y="1285860"/>
            <a:ext cx="2482660" cy="77498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380765" y="1285860"/>
            <a:ext cx="6804000" cy="528639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380968" y="928670"/>
            <a:ext cx="6804280" cy="35719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7184765" y="960983"/>
            <a:ext cx="248314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rPr>
              <a:t>설명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184765" y="2094061"/>
            <a:ext cx="248314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상세 설명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9" t="11440"/>
          <a:stretch/>
        </p:blipFill>
        <p:spPr>
          <a:xfrm>
            <a:off x="8797388" y="435352"/>
            <a:ext cx="1051560" cy="21548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37" b="-3788"/>
          <a:stretch/>
        </p:blipFill>
        <p:spPr>
          <a:xfrm>
            <a:off x="9186340" y="126833"/>
            <a:ext cx="464488" cy="293439"/>
          </a:xfrm>
          <a:prstGeom prst="rect">
            <a:avLst/>
          </a:prstGeom>
        </p:spPr>
      </p:pic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572250"/>
            <a:ext cx="2228850" cy="282577"/>
          </a:xfrm>
        </p:spPr>
        <p:txBody>
          <a:bodyPr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FBB102F-0311-47AA-8F9B-A169B99C6A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91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제목 1"/>
          <p:cNvSpPr>
            <a:spLocks noGrp="1"/>
          </p:cNvSpPr>
          <p:nvPr>
            <p:ph type="title" hasCustomPrompt="1"/>
          </p:nvPr>
        </p:nvSpPr>
        <p:spPr>
          <a:xfrm>
            <a:off x="0" y="285802"/>
            <a:ext cx="9362546" cy="337657"/>
          </a:xfrm>
          <a:prstGeom prst="rect">
            <a:avLst/>
          </a:prstGeom>
        </p:spPr>
        <p:txBody>
          <a:bodyPr vert="horz" wrap="square" lIns="32400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marL="0" marR="0" indent="0" algn="l" defTabSz="74295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194" b="1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ahoma" pitchFamily="34" charset="0"/>
                <a:ea typeface="+mj-ea"/>
                <a:cs typeface="Tahoma" pitchFamily="34" charset="0"/>
              </a:defRPr>
            </a:lvl1pPr>
          </a:lstStyle>
          <a:p>
            <a:r>
              <a:rPr lang="en-US" altLang="ko-KR" dirty="0"/>
              <a:t>Slide Main title</a:t>
            </a:r>
            <a:endParaRPr lang="ko-KR" altLang="en-US" dirty="0"/>
          </a:p>
        </p:txBody>
      </p:sp>
      <p:sp>
        <p:nvSpPr>
          <p:cNvPr id="4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97139"/>
            <a:ext cx="9362546" cy="225126"/>
          </a:xfrm>
          <a:prstGeom prst="rect">
            <a:avLst/>
          </a:prstGeom>
        </p:spPr>
        <p:txBody>
          <a:bodyPr vert="horz" wrap="square" lIns="32400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marL="144463" marR="0" indent="-144463" algn="l" defTabSz="74295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lang="ko-KR" altLang="en-US" sz="1463" b="0" kern="1200" smtClean="0">
                <a:solidFill>
                  <a:srgbClr val="D95309"/>
                </a:solidFill>
                <a:latin typeface="Tahoma" pitchFamily="34" charset="0"/>
                <a:ea typeface="+mj-ea"/>
                <a:cs typeface="Tahoma" pitchFamily="34" charset="0"/>
              </a:defRPr>
            </a:lvl1pPr>
            <a:lvl2pPr marL="0" marR="0" indent="0" algn="l" defTabSz="74295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463" b="1" kern="12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2pPr>
            <a:lvl3pPr marL="0" marR="0" indent="0" algn="l" defTabSz="74295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463" b="1" kern="12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3pPr>
            <a:lvl4pPr marL="0" marR="0" indent="0" algn="l" defTabSz="74295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463" b="1" kern="12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4pPr>
            <a:lvl5pPr marL="0" marR="0" indent="0" algn="l" defTabSz="74295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463" b="1" kern="12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5pPr>
          </a:lstStyle>
          <a:p>
            <a:pPr lvl="0"/>
            <a:r>
              <a:rPr lang="en-US" altLang="ko-KR" dirty="0"/>
              <a:t>Slide Sub title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9" t="11440"/>
          <a:stretch/>
        </p:blipFill>
        <p:spPr>
          <a:xfrm>
            <a:off x="8700770" y="388461"/>
            <a:ext cx="1139190" cy="21548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37" b="-3788"/>
          <a:stretch/>
        </p:blipFill>
        <p:spPr>
          <a:xfrm>
            <a:off x="9122135" y="79943"/>
            <a:ext cx="503195" cy="29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8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B102F-0311-47AA-8F9B-A169B99C6A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92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3" r:id="rId2"/>
    <p:sldLayoutId id="214748368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kskim@corebd.co.k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seeno@corebd.co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4912831" y="0"/>
            <a:ext cx="5004048" cy="6093296"/>
            <a:chOff x="4139952" y="0"/>
            <a:chExt cx="5004048" cy="6093296"/>
          </a:xfrm>
        </p:grpSpPr>
        <p:pic>
          <p:nvPicPr>
            <p:cNvPr id="6" name="그림 5" descr="8.png"/>
            <p:cNvPicPr>
              <a:picLocks noChangeAspect="1"/>
            </p:cNvPicPr>
            <p:nvPr/>
          </p:nvPicPr>
          <p:blipFill>
            <a:blip r:embed="rId2" cstate="print"/>
            <a:srcRect r="61812" b="54783"/>
            <a:stretch>
              <a:fillRect/>
            </a:stretch>
          </p:blipFill>
          <p:spPr>
            <a:xfrm flipH="1">
              <a:off x="5652120" y="0"/>
              <a:ext cx="3491880" cy="3101009"/>
            </a:xfrm>
            <a:prstGeom prst="rect">
              <a:avLst/>
            </a:prstGeom>
          </p:spPr>
        </p:pic>
        <p:pic>
          <p:nvPicPr>
            <p:cNvPr id="7" name="그림 6" descr="9.png"/>
            <p:cNvPicPr>
              <a:picLocks noChangeAspect="1"/>
            </p:cNvPicPr>
            <p:nvPr/>
          </p:nvPicPr>
          <p:blipFill>
            <a:blip r:embed="rId3" cstate="print"/>
            <a:srcRect l="14239" r="58370" b="59450"/>
            <a:stretch>
              <a:fillRect/>
            </a:stretch>
          </p:blipFill>
          <p:spPr>
            <a:xfrm flipH="1">
              <a:off x="5337313" y="0"/>
              <a:ext cx="2504661" cy="2780928"/>
            </a:xfrm>
            <a:prstGeom prst="rect">
              <a:avLst/>
            </a:prstGeom>
          </p:spPr>
        </p:pic>
        <p:pic>
          <p:nvPicPr>
            <p:cNvPr id="8" name="그림 7" descr="12.png"/>
            <p:cNvPicPr>
              <a:picLocks noChangeAspect="1"/>
            </p:cNvPicPr>
            <p:nvPr/>
          </p:nvPicPr>
          <p:blipFill>
            <a:blip r:embed="rId4" cstate="print"/>
            <a:srcRect r="45275" b="11151"/>
            <a:stretch>
              <a:fillRect/>
            </a:stretch>
          </p:blipFill>
          <p:spPr>
            <a:xfrm flipH="1">
              <a:off x="4139952" y="0"/>
              <a:ext cx="5004048" cy="6093296"/>
            </a:xfrm>
            <a:prstGeom prst="rect">
              <a:avLst/>
            </a:prstGeom>
          </p:spPr>
        </p:pic>
        <p:pic>
          <p:nvPicPr>
            <p:cNvPr id="9" name="그림 8" descr="13.png"/>
            <p:cNvPicPr>
              <a:picLocks noChangeAspect="1"/>
            </p:cNvPicPr>
            <p:nvPr/>
          </p:nvPicPr>
          <p:blipFill>
            <a:blip r:embed="rId5" cstate="print"/>
            <a:srcRect t="17451" r="51575" b="14300"/>
            <a:stretch>
              <a:fillRect/>
            </a:stretch>
          </p:blipFill>
          <p:spPr>
            <a:xfrm flipH="1">
              <a:off x="4716016" y="1196752"/>
              <a:ext cx="4427984" cy="4680520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3632" y="4293704"/>
            <a:ext cx="3347864" cy="2564296"/>
            <a:chOff x="0" y="4293704"/>
            <a:chExt cx="3347864" cy="2564296"/>
          </a:xfrm>
        </p:grpSpPr>
        <p:pic>
          <p:nvPicPr>
            <p:cNvPr id="10" name="그림 9" descr="10.png"/>
            <p:cNvPicPr>
              <a:picLocks noChangeAspect="1"/>
            </p:cNvPicPr>
            <p:nvPr/>
          </p:nvPicPr>
          <p:blipFill>
            <a:blip r:embed="rId6" cstate="print"/>
            <a:srcRect l="72050" t="62609"/>
            <a:stretch>
              <a:fillRect/>
            </a:stretch>
          </p:blipFill>
          <p:spPr>
            <a:xfrm flipH="1">
              <a:off x="0" y="4293704"/>
              <a:ext cx="2555776" cy="2564296"/>
            </a:xfrm>
            <a:prstGeom prst="rect">
              <a:avLst/>
            </a:prstGeom>
          </p:spPr>
        </p:pic>
        <p:pic>
          <p:nvPicPr>
            <p:cNvPr id="11" name="그림 10" descr="11.png"/>
            <p:cNvPicPr>
              <a:picLocks noChangeAspect="1"/>
            </p:cNvPicPr>
            <p:nvPr/>
          </p:nvPicPr>
          <p:blipFill>
            <a:blip r:embed="rId7" cstate="print"/>
            <a:srcRect l="63387" t="76250" r="12201"/>
            <a:stretch>
              <a:fillRect/>
            </a:stretch>
          </p:blipFill>
          <p:spPr>
            <a:xfrm flipH="1">
              <a:off x="1115616" y="5229200"/>
              <a:ext cx="2232248" cy="1628800"/>
            </a:xfrm>
            <a:prstGeom prst="rect">
              <a:avLst/>
            </a:prstGeom>
          </p:spPr>
        </p:pic>
        <p:pic>
          <p:nvPicPr>
            <p:cNvPr id="12" name="그림 11" descr="14.png"/>
            <p:cNvPicPr>
              <a:picLocks noChangeAspect="1"/>
            </p:cNvPicPr>
            <p:nvPr/>
          </p:nvPicPr>
          <p:blipFill>
            <a:blip r:embed="rId8" cstate="print"/>
            <a:srcRect l="73625" t="64700"/>
            <a:stretch>
              <a:fillRect/>
            </a:stretch>
          </p:blipFill>
          <p:spPr>
            <a:xfrm flipH="1">
              <a:off x="0" y="4437112"/>
              <a:ext cx="2411760" cy="2420888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831102" y="2515614"/>
            <a:ext cx="5850091" cy="1201419"/>
          </a:xfrm>
          <a:prstGeom prst="rect">
            <a:avLst/>
          </a:prstGeom>
        </p:spPr>
        <p:txBody>
          <a:bodyPr wrap="square" tIns="4680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>
              <a:lnSpc>
                <a:spcPct val="80000"/>
              </a:lnSpc>
            </a:pPr>
            <a:r>
              <a:rPr lang="en-US" altLang="ko-KR" sz="3000" b="1" dirty="0">
                <a:latin typeface="Tahoma" panose="020B0604030504040204" pitchFamily="34" charset="0"/>
                <a:cs typeface="Tahoma" panose="020B0604030504040204" pitchFamily="34" charset="0"/>
              </a:rPr>
              <a:t>UCM Lite </a:t>
            </a:r>
            <a:r>
              <a:rPr lang="ko-KR" altLang="en-US" sz="3000" b="1" dirty="0">
                <a:latin typeface="Tahoma" panose="020B0604030504040204" pitchFamily="34" charset="0"/>
                <a:cs typeface="Tahoma" panose="020B0604030504040204" pitchFamily="34" charset="0"/>
              </a:rPr>
              <a:t>연동 </a:t>
            </a:r>
            <a:r>
              <a:rPr lang="en-US" altLang="ko-KR" sz="3000" b="1" dirty="0">
                <a:latin typeface="Tahoma" panose="020B0604030504040204" pitchFamily="34" charset="0"/>
                <a:cs typeface="Tahoma" panose="020B0604030504040204" pitchFamily="34" charset="0"/>
              </a:rPr>
              <a:t>Guide</a:t>
            </a:r>
          </a:p>
          <a:p>
            <a:pPr>
              <a:lnSpc>
                <a:spcPct val="80000"/>
              </a:lnSpc>
            </a:pPr>
            <a:endParaRPr lang="en-US" altLang="ko-KR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80000"/>
              </a:lnSpc>
            </a:pPr>
            <a:endParaRPr lang="en-US" altLang="ko-KR" sz="4000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15"/>
          <p:cNvSpPr>
            <a:spLocks noChangeArrowheads="1"/>
          </p:cNvSpPr>
          <p:nvPr/>
        </p:nvSpPr>
        <p:spPr bwMode="auto">
          <a:xfrm>
            <a:off x="8383875" y="5784656"/>
            <a:ext cx="812467" cy="36933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r>
              <a:rPr lang="en-US" altLang="ko-KR" sz="1200" b="1" dirty="0">
                <a:latin typeface="+mn-ea"/>
              </a:rPr>
              <a:t>2022.04.25</a:t>
            </a:r>
          </a:p>
          <a:p>
            <a:r>
              <a:rPr lang="en-US" altLang="ko-KR" sz="1200" b="1" dirty="0">
                <a:latin typeface="+mn-ea"/>
              </a:rPr>
              <a:t>Version 1.0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265" y="211816"/>
            <a:ext cx="1817520" cy="306043"/>
          </a:xfrm>
          <a:prstGeom prst="rect">
            <a:avLst/>
          </a:prstGeom>
        </p:spPr>
      </p:pic>
      <p:sp>
        <p:nvSpPr>
          <p:cNvPr id="20" name="슬라이드 번호 개체 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102F-0311-47AA-8F9B-A169B99C6A4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02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4301277" y="0"/>
            <a:ext cx="5615609" cy="6858000"/>
            <a:chOff x="3528391" y="0"/>
            <a:chExt cx="5615609" cy="6858000"/>
          </a:xfrm>
        </p:grpSpPr>
        <p:pic>
          <p:nvPicPr>
            <p:cNvPr id="2" name="그림 1" descr="16.png"/>
            <p:cNvPicPr>
              <a:picLocks noChangeAspect="1"/>
            </p:cNvPicPr>
            <p:nvPr/>
          </p:nvPicPr>
          <p:blipFill>
            <a:blip r:embed="rId2" cstate="print"/>
            <a:srcRect l="67325" b="35300"/>
            <a:stretch>
              <a:fillRect/>
            </a:stretch>
          </p:blipFill>
          <p:spPr>
            <a:xfrm>
              <a:off x="6156176" y="0"/>
              <a:ext cx="2987824" cy="4437112"/>
            </a:xfrm>
            <a:prstGeom prst="rect">
              <a:avLst/>
            </a:prstGeom>
          </p:spPr>
        </p:pic>
        <p:pic>
          <p:nvPicPr>
            <p:cNvPr id="3" name="그림 2" descr="15.png"/>
            <p:cNvPicPr>
              <a:picLocks noChangeAspect="1"/>
            </p:cNvPicPr>
            <p:nvPr/>
          </p:nvPicPr>
          <p:blipFill>
            <a:blip r:embed="rId3" cstate="print"/>
            <a:srcRect l="38587" t="17971"/>
            <a:stretch>
              <a:fillRect/>
            </a:stretch>
          </p:blipFill>
          <p:spPr>
            <a:xfrm>
              <a:off x="3528391" y="1232452"/>
              <a:ext cx="5615609" cy="5625548"/>
            </a:xfrm>
            <a:prstGeom prst="rect">
              <a:avLst/>
            </a:prstGeom>
          </p:spPr>
        </p:pic>
      </p:grpSp>
      <p:sp>
        <p:nvSpPr>
          <p:cNvPr id="13" name="텍스트 개체 틀 17"/>
          <p:cNvSpPr txBox="1">
            <a:spLocks/>
          </p:cNvSpPr>
          <p:nvPr/>
        </p:nvSpPr>
        <p:spPr>
          <a:xfrm>
            <a:off x="877729" y="913409"/>
            <a:ext cx="3846672" cy="5326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rgbClr val="D95309"/>
                </a:solidFill>
              </a:rPr>
              <a:t>Contents</a:t>
            </a:r>
            <a:r>
              <a:rPr lang="en-US" altLang="ko-KR"/>
              <a:t> title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962025" y="1396876"/>
            <a:ext cx="3538538" cy="0"/>
            <a:chOff x="-166688" y="4509120"/>
            <a:chExt cx="3538538" cy="0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2252662" y="4509120"/>
              <a:ext cx="1119188" cy="0"/>
            </a:xfrm>
            <a:prstGeom prst="line">
              <a:avLst/>
            </a:prstGeom>
            <a:ln w="19050">
              <a:solidFill>
                <a:srgbClr val="241E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-166688" y="4509120"/>
              <a:ext cx="2414588" cy="0"/>
            </a:xfrm>
            <a:prstGeom prst="line">
              <a:avLst/>
            </a:prstGeom>
            <a:ln w="19050">
              <a:solidFill>
                <a:srgbClr val="D953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제목 7"/>
          <p:cNvSpPr txBox="1">
            <a:spLocks/>
          </p:cNvSpPr>
          <p:nvPr/>
        </p:nvSpPr>
        <p:spPr>
          <a:xfrm>
            <a:off x="923017" y="1824819"/>
            <a:ext cx="2950350" cy="3077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02. </a:t>
            </a:r>
            <a:r>
              <a:rPr lang="ko-KR" alt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서버 환경별 파일 설정</a:t>
            </a:r>
            <a:endParaRPr lang="ko-KR" altLang="en-US" sz="1600" b="1" dirty="0">
              <a:latin typeface="+mj-ea"/>
            </a:endParaRPr>
          </a:p>
        </p:txBody>
      </p:sp>
      <p:sp>
        <p:nvSpPr>
          <p:cNvPr id="20" name="제목 7"/>
          <p:cNvSpPr txBox="1">
            <a:spLocks/>
          </p:cNvSpPr>
          <p:nvPr/>
        </p:nvSpPr>
        <p:spPr>
          <a:xfrm>
            <a:off x="1154582" y="2095640"/>
            <a:ext cx="2757793" cy="11418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defRPr/>
            </a:pPr>
            <a:r>
              <a:rPr lang="en-US" altLang="ko-KR" sz="1200" b="1" dirty="0">
                <a:latin typeface="+mn-ea"/>
                <a:ea typeface="+mn-ea"/>
              </a:rPr>
              <a:t>- JSP </a:t>
            </a:r>
          </a:p>
          <a:p>
            <a:pPr algn="l">
              <a:lnSpc>
                <a:spcPct val="150000"/>
              </a:lnSpc>
              <a:defRPr/>
            </a:pPr>
            <a:r>
              <a:rPr lang="en-US" altLang="ko-KR" sz="1200" b="1" dirty="0">
                <a:latin typeface="+mn-ea"/>
                <a:ea typeface="+mn-ea"/>
              </a:rPr>
              <a:t>- ASP</a:t>
            </a:r>
          </a:p>
          <a:p>
            <a:pPr algn="l">
              <a:lnSpc>
                <a:spcPct val="150000"/>
              </a:lnSpc>
              <a:defRPr/>
            </a:pPr>
            <a:r>
              <a:rPr lang="en-US" altLang="ko-KR" sz="1200" b="1" dirty="0">
                <a:latin typeface="+mn-ea"/>
                <a:ea typeface="+mn-ea"/>
              </a:rPr>
              <a:t>- ASP.NET</a:t>
            </a:r>
          </a:p>
          <a:p>
            <a:pPr algn="l">
              <a:lnSpc>
                <a:spcPct val="150000"/>
              </a:lnSpc>
              <a:defRPr/>
            </a:pPr>
            <a:r>
              <a:rPr lang="en-US" altLang="ko-KR" sz="1200" b="1" dirty="0">
                <a:latin typeface="+mn-ea"/>
                <a:ea typeface="+mn-ea"/>
              </a:rPr>
              <a:t>- PHP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265" y="211816"/>
            <a:ext cx="1817520" cy="306043"/>
          </a:xfrm>
          <a:prstGeom prst="rect">
            <a:avLst/>
          </a:prstGeom>
        </p:spPr>
      </p:pic>
      <p:sp>
        <p:nvSpPr>
          <p:cNvPr id="23" name="슬라이드 번호 개체 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102F-0311-47AA-8F9B-A169B99C6A4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4" name="제목 7"/>
          <p:cNvSpPr txBox="1">
            <a:spLocks/>
          </p:cNvSpPr>
          <p:nvPr/>
        </p:nvSpPr>
        <p:spPr>
          <a:xfrm>
            <a:off x="921771" y="1479486"/>
            <a:ext cx="2950350" cy="3077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01. </a:t>
            </a:r>
            <a:r>
              <a:rPr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연동 설정</a:t>
            </a:r>
            <a:endParaRPr lang="ko-KR" altLang="en-US" sz="1600" b="1" dirty="0">
              <a:latin typeface="+mj-ea"/>
            </a:endParaRPr>
          </a:p>
        </p:txBody>
      </p:sp>
      <p:sp>
        <p:nvSpPr>
          <p:cNvPr id="17" name="제목 7"/>
          <p:cNvSpPr txBox="1">
            <a:spLocks/>
          </p:cNvSpPr>
          <p:nvPr/>
        </p:nvSpPr>
        <p:spPr>
          <a:xfrm>
            <a:off x="921771" y="3182744"/>
            <a:ext cx="2950350" cy="3077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03. </a:t>
            </a:r>
            <a:r>
              <a:rPr lang="ko-KR" alt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담당자 연락처</a:t>
            </a:r>
            <a:endParaRPr lang="ko-KR" altLang="en-US" sz="1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23988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1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31" name="그림 30" descr="1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7786"/>
            <a:ext cx="9906000" cy="685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368826" y="2814509"/>
            <a:ext cx="516834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01. </a:t>
            </a:r>
            <a:r>
              <a:rPr lang="ko-KR" altLang="en-US" sz="4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연동 설정</a:t>
            </a:r>
            <a:endParaRPr lang="en-US" altLang="ko-KR" sz="4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2796812" y="3432051"/>
            <a:ext cx="4251057" cy="0"/>
            <a:chOff x="2338387" y="4509120"/>
            <a:chExt cx="4529138" cy="0"/>
          </a:xfrm>
        </p:grpSpPr>
        <p:cxnSp>
          <p:nvCxnSpPr>
            <p:cNvPr id="34" name="직선 연결선 33"/>
            <p:cNvCxnSpPr/>
            <p:nvPr/>
          </p:nvCxnSpPr>
          <p:spPr>
            <a:xfrm>
              <a:off x="2338387" y="4509120"/>
              <a:ext cx="1033463" cy="0"/>
            </a:xfrm>
            <a:prstGeom prst="line">
              <a:avLst/>
            </a:prstGeom>
            <a:ln w="19050">
              <a:solidFill>
                <a:srgbClr val="241E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374926" y="4509120"/>
              <a:ext cx="349259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265" y="211816"/>
            <a:ext cx="1817520" cy="306043"/>
          </a:xfrm>
          <a:prstGeom prst="rect">
            <a:avLst/>
          </a:prstGeom>
        </p:spPr>
      </p:pic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102F-0311-47AA-8F9B-A169B99C6A4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84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연동 설정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3600" y="914400"/>
            <a:ext cx="7113599" cy="577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UCM Lite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Guide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파일을 아래의 내용으로 변경하여 학교 내에 위치한 사이트에서 접속 가능하도록 업로드합니다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br>
              <a:rPr lang="en-US" altLang="ko-KR" sz="1000" dirty="0">
                <a:solidFill>
                  <a:schemeClr val="tx1"/>
                </a:solidFill>
                <a:latin typeface="+mn-ea"/>
              </a:rPr>
            </a:b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UCM Lite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Guide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Source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를 세션 및 파라미터로 지정 된 사용자 정보가 입력되도록 수정 해주시기 바랍니다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ssoUrl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 / key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가이드 전달 시 시스템에 맞는 정보를 입력해서 보내 드립니다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(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고정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 </a:t>
            </a:r>
          </a:p>
          <a:p>
            <a:pPr marL="742950" lvl="1" indent="-285750">
              <a:buFontTx/>
              <a:buChar char="-"/>
            </a:pP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userid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유일한 사용자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ID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정보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학사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ID ) </a:t>
            </a:r>
          </a:p>
          <a:p>
            <a:pPr marL="742950" lvl="1" indent="-285750">
              <a:buFontTx/>
              <a:buChar char="-"/>
            </a:pP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userclass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교직원 및 학생 구분 정보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 F 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교직원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S 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)</a:t>
            </a:r>
          </a:p>
          <a:p>
            <a:pPr marL="742950" lvl="1" indent="-285750"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office365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: Office 365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계정 생성 여부 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( N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일 경우 생성 불가능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en-US" altLang="ko-KR" sz="1000" b="1" dirty="0" err="1">
                <a:solidFill>
                  <a:schemeClr val="tx1"/>
                </a:solidFill>
                <a:latin typeface="+mn-ea"/>
              </a:rPr>
              <a:t>Gsuite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: </a:t>
            </a: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Gsuite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계정 생성 여부 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( N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일 경우 생성 불가능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Office 365 / </a:t>
            </a: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Gsuite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설정은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UCM Lite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에 해당 클라우드 설정이 완료된 상태에서 가능한 설정 입니다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lvl="1"/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학사 홈페이지를 로그인 사용자 정보가 입력되도록 가이드 파일을 수정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하였으면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홈페이지에 링크 및 버튼을 추가하여 소스 파일을 호출하여 주시기 바랍니다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파일을 호출되면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UCM Lite Home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으로 이동합니다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UCM Lite home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로 이동 및 회원가입에 이상이 있을 시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Office 365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가입센터 관리자에 문의하여 주시기 바랍니다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정상적으로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Home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으로 이동 아래와 같은 화면으로 표시됩니다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315199" y="986400"/>
            <a:ext cx="2497200" cy="577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20039" y="1506737"/>
            <a:ext cx="2018271" cy="280087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</a:rPr>
              <a:t>링크 액션 프로세스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20040" y="3219024"/>
            <a:ext cx="2018271" cy="4366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학교 홈페이지 내</a:t>
            </a:r>
            <a:br>
              <a:rPr lang="en-US" altLang="ko-KR" sz="1200" b="1" dirty="0">
                <a:solidFill>
                  <a:schemeClr val="bg1"/>
                </a:solidFill>
              </a:rPr>
            </a:br>
            <a:r>
              <a:rPr lang="en-US" altLang="ko-KR" sz="1200" b="1" dirty="0">
                <a:solidFill>
                  <a:schemeClr val="bg1"/>
                </a:solidFill>
              </a:rPr>
              <a:t>UCM Lite Link</a:t>
            </a:r>
            <a:r>
              <a:rPr lang="ko-KR" altLang="en-US" sz="1200" b="1" dirty="0">
                <a:solidFill>
                  <a:schemeClr val="bg1"/>
                </a:solidFill>
              </a:rPr>
              <a:t> 클릭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520041" y="4550254"/>
            <a:ext cx="2018271" cy="5328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UCM Lite Guide</a:t>
            </a:r>
            <a:r>
              <a:rPr lang="ko-KR" altLang="en-US" sz="1200" b="1" dirty="0">
                <a:solidFill>
                  <a:schemeClr val="bg1"/>
                </a:solidFill>
              </a:rPr>
              <a:t> 파일 호출</a:t>
            </a:r>
            <a:br>
              <a:rPr lang="en-US" altLang="ko-KR" sz="1200" b="1" dirty="0">
                <a:solidFill>
                  <a:schemeClr val="bg1"/>
                </a:solidFill>
              </a:rPr>
            </a:br>
            <a:r>
              <a:rPr lang="en-US" altLang="ko-KR" sz="1200" b="1" dirty="0">
                <a:solidFill>
                  <a:schemeClr val="bg1"/>
                </a:solidFill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</a:rPr>
              <a:t>사용자 인증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520042" y="6004052"/>
            <a:ext cx="2018271" cy="5436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UCM Lite Home</a:t>
            </a:r>
            <a:r>
              <a:rPr lang="ko-KR" altLang="en-US" sz="1200" b="1" dirty="0">
                <a:solidFill>
                  <a:schemeClr val="bg1"/>
                </a:solidFill>
              </a:rPr>
              <a:t> 이동</a:t>
            </a:r>
          </a:p>
        </p:txBody>
      </p:sp>
      <p:cxnSp>
        <p:nvCxnSpPr>
          <p:cNvPr id="11" name="직선 화살표 연결선 10"/>
          <p:cNvCxnSpPr>
            <a:stCxn id="7" idx="2"/>
            <a:endCxn id="8" idx="0"/>
          </p:cNvCxnSpPr>
          <p:nvPr/>
        </p:nvCxnSpPr>
        <p:spPr>
          <a:xfrm>
            <a:off x="8529176" y="3655629"/>
            <a:ext cx="1" cy="894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8" idx="2"/>
            <a:endCxn id="9" idx="0"/>
          </p:cNvCxnSpPr>
          <p:nvPr/>
        </p:nvCxnSpPr>
        <p:spPr>
          <a:xfrm>
            <a:off x="8529177" y="5083097"/>
            <a:ext cx="1" cy="9209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7520040" y="1908325"/>
            <a:ext cx="2018271" cy="43660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학교 홈페이지 로그인</a:t>
            </a:r>
          </a:p>
        </p:txBody>
      </p:sp>
      <p:cxnSp>
        <p:nvCxnSpPr>
          <p:cNvPr id="17" name="직선 화살표 연결선 16"/>
          <p:cNvCxnSpPr>
            <a:stCxn id="16" idx="2"/>
            <a:endCxn id="7" idx="0"/>
          </p:cNvCxnSpPr>
          <p:nvPr/>
        </p:nvCxnSpPr>
        <p:spPr>
          <a:xfrm>
            <a:off x="8529176" y="2344930"/>
            <a:ext cx="0" cy="8740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CC168C6-2F55-4C46-B50B-7F22014AA56A}"/>
              </a:ext>
            </a:extLst>
          </p:cNvPr>
          <p:cNvSpPr txBox="1"/>
          <p:nvPr/>
        </p:nvSpPr>
        <p:spPr>
          <a:xfrm>
            <a:off x="8536374" y="2364596"/>
            <a:ext cx="1156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rgbClr val="C00000"/>
                </a:solidFill>
              </a:rPr>
              <a:t>사용자 로그인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rgbClr val="C00000"/>
                </a:solidFill>
              </a:rPr>
              <a:t>학사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7D1F55-7715-44FD-83F4-9037C60CD91C}"/>
              </a:ext>
            </a:extLst>
          </p:cNvPr>
          <p:cNvSpPr txBox="1"/>
          <p:nvPr/>
        </p:nvSpPr>
        <p:spPr>
          <a:xfrm>
            <a:off x="8529174" y="5121617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b="1" dirty="0">
                <a:solidFill>
                  <a:srgbClr val="C00000"/>
                </a:solidFill>
              </a:rPr>
              <a:t>User ID </a:t>
            </a:r>
            <a:r>
              <a:rPr lang="ko-KR" altLang="en-US" sz="1000" b="1" dirty="0">
                <a:solidFill>
                  <a:srgbClr val="C00000"/>
                </a:solidFill>
              </a:rPr>
              <a:t>입력</a:t>
            </a:r>
            <a:endParaRPr lang="en-US" altLang="ko-KR" sz="1000" b="1" dirty="0">
              <a:solidFill>
                <a:srgbClr val="C00000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>
                <a:solidFill>
                  <a:srgbClr val="C00000"/>
                </a:solidFill>
              </a:rPr>
              <a:t>User</a:t>
            </a:r>
            <a:r>
              <a:rPr lang="ko-KR" altLang="en-US" sz="1000" b="1" dirty="0">
                <a:solidFill>
                  <a:srgbClr val="C00000"/>
                </a:solidFill>
              </a:rPr>
              <a:t> </a:t>
            </a:r>
            <a:r>
              <a:rPr lang="en-US" altLang="ko-KR" sz="1000" b="1" dirty="0">
                <a:solidFill>
                  <a:srgbClr val="C00000"/>
                </a:solidFill>
              </a:rPr>
              <a:t>Class</a:t>
            </a:r>
            <a:r>
              <a:rPr lang="ko-KR" altLang="en-US" sz="1000" b="1" dirty="0">
                <a:solidFill>
                  <a:srgbClr val="C00000"/>
                </a:solidFill>
              </a:rPr>
              <a:t> 입력</a:t>
            </a:r>
          </a:p>
        </p:txBody>
      </p:sp>
      <p:pic>
        <p:nvPicPr>
          <p:cNvPr id="23" name="그림 22" descr="텍스트이(가) 표시된 사진&#10;&#10;자동 생성된 설명">
            <a:extLst>
              <a:ext uri="{FF2B5EF4-FFF2-40B4-BE49-F238E27FC236}">
                <a16:creationId xmlns:a16="http://schemas.microsoft.com/office/drawing/2014/main" id="{212A3215-2600-4269-B137-7A11DC000E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161" y="3990774"/>
            <a:ext cx="4342297" cy="266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1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1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31" name="그림 30" descr="1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7786"/>
            <a:ext cx="9906000" cy="685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368825" y="2814509"/>
            <a:ext cx="636740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02.  </a:t>
            </a:r>
            <a:r>
              <a:rPr lang="ko-KR" altLang="en-US" sz="4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파일 설정</a:t>
            </a:r>
            <a:endParaRPr lang="en-US" altLang="ko-KR" sz="4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3800027" y="3432051"/>
            <a:ext cx="3513270" cy="0"/>
            <a:chOff x="2338387" y="4509120"/>
            <a:chExt cx="4529138" cy="0"/>
          </a:xfrm>
        </p:grpSpPr>
        <p:cxnSp>
          <p:nvCxnSpPr>
            <p:cNvPr id="34" name="직선 연결선 33"/>
            <p:cNvCxnSpPr/>
            <p:nvPr/>
          </p:nvCxnSpPr>
          <p:spPr>
            <a:xfrm>
              <a:off x="2338387" y="4509120"/>
              <a:ext cx="1033463" cy="0"/>
            </a:xfrm>
            <a:prstGeom prst="line">
              <a:avLst/>
            </a:prstGeom>
            <a:ln w="19050">
              <a:solidFill>
                <a:srgbClr val="241E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374926" y="4509120"/>
              <a:ext cx="349259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265" y="211816"/>
            <a:ext cx="1817520" cy="306043"/>
          </a:xfrm>
          <a:prstGeom prst="rect">
            <a:avLst/>
          </a:prstGeom>
        </p:spPr>
      </p:pic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102F-0311-47AA-8F9B-A169B99C6A4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96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9459" y="938238"/>
            <a:ext cx="9718541" cy="5836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제공된 </a:t>
            </a:r>
            <a:r>
              <a:rPr lang="en-US" altLang="ko-KR" sz="1300" dirty="0" err="1">
                <a:solidFill>
                  <a:schemeClr val="tx1"/>
                </a:solidFill>
              </a:rPr>
              <a:t>UCMLite_Guide.jsp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파일 내용입니다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학교 사이트에 업로드하여 링크 및 버튼으로 </a:t>
            </a:r>
            <a:r>
              <a:rPr lang="en-US" altLang="ko-KR" sz="1300" dirty="0" err="1">
                <a:solidFill>
                  <a:schemeClr val="tx1"/>
                </a:solidFill>
              </a:rPr>
              <a:t>UCMLite_Guide.jsp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파일을 호출하셔야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chemeClr val="tx1"/>
                </a:solidFill>
              </a:rPr>
              <a:t>UCMLite_Guide.jsp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 err="1">
                <a:solidFill>
                  <a:schemeClr val="tx1"/>
                </a:solidFill>
              </a:rPr>
              <a:t>호출시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UCM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Lite Home</a:t>
            </a:r>
            <a:r>
              <a:rPr lang="ko-KR" altLang="en-US" sz="1300" dirty="0">
                <a:solidFill>
                  <a:schemeClr val="tx1"/>
                </a:solidFill>
              </a:rPr>
              <a:t>으로 이동됩니다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chemeClr val="tx1"/>
                </a:solidFill>
              </a:rPr>
              <a:t>UCMLite_Guide.jsp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파일 내용 중 아래의 필수 값들을 지정 해주셔야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학생의 학번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ko-KR" altLang="en-US" sz="1300" dirty="0">
                <a:solidFill>
                  <a:schemeClr val="tx1"/>
                </a:solidFill>
              </a:rPr>
              <a:t>교직원의 직원번호 혹은 </a:t>
            </a:r>
            <a:r>
              <a:rPr lang="en-US" altLang="ko-KR" sz="1300" dirty="0" err="1">
                <a:solidFill>
                  <a:schemeClr val="tx1"/>
                </a:solidFill>
              </a:rPr>
              <a:t>login_id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값을 입력합니다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 = "TEST0001";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학생인 경우 </a:t>
            </a:r>
            <a:r>
              <a:rPr lang="en-US" altLang="ko-KR" sz="1300" dirty="0">
                <a:solidFill>
                  <a:schemeClr val="tx1"/>
                </a:solidFill>
              </a:rPr>
              <a:t>: "S", </a:t>
            </a:r>
            <a:r>
              <a:rPr lang="ko-KR" altLang="en-US" sz="1300" dirty="0">
                <a:solidFill>
                  <a:schemeClr val="tx1"/>
                </a:solidFill>
              </a:rPr>
              <a:t>교직원인경우 </a:t>
            </a:r>
            <a:r>
              <a:rPr lang="en-US" altLang="ko-KR" sz="1300" dirty="0">
                <a:solidFill>
                  <a:schemeClr val="tx1"/>
                </a:solidFill>
              </a:rPr>
              <a:t>: “F”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= "S";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Office 365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office365 = "Y";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G Suite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= "Y";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값은 학교  내 사용자가 </a:t>
            </a:r>
            <a:r>
              <a:rPr lang="en-US" altLang="ko-KR" sz="1300" dirty="0">
                <a:solidFill>
                  <a:schemeClr val="tx1"/>
                </a:solidFill>
              </a:rPr>
              <a:t>Guide </a:t>
            </a:r>
            <a:r>
              <a:rPr lang="ko-KR" altLang="en-US" sz="1300" dirty="0">
                <a:solidFill>
                  <a:schemeClr val="tx1"/>
                </a:solidFill>
              </a:rPr>
              <a:t>파일을 클릭 시 적용될 값으로 설정하시면 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, office365, 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값의 값이 없을 경우 </a:t>
            </a:r>
            <a:r>
              <a:rPr lang="en-US" altLang="ko-KR" sz="1300" dirty="0">
                <a:solidFill>
                  <a:schemeClr val="tx1"/>
                </a:solidFill>
              </a:rPr>
              <a:t>UCM Lite Home</a:t>
            </a:r>
            <a:r>
              <a:rPr lang="ko-KR" altLang="en-US" sz="1300" dirty="0">
                <a:solidFill>
                  <a:schemeClr val="tx1"/>
                </a:solidFill>
              </a:rPr>
              <a:t> 으로 이동되지 않습니다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8799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ASP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9459" y="938238"/>
            <a:ext cx="9718541" cy="5836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제공된 </a:t>
            </a:r>
            <a:r>
              <a:rPr lang="en-US" altLang="ko-KR" sz="1300" dirty="0">
                <a:solidFill>
                  <a:schemeClr val="tx1"/>
                </a:solidFill>
              </a:rPr>
              <a:t>UCMLite_Guide.asp </a:t>
            </a:r>
            <a:r>
              <a:rPr lang="ko-KR" altLang="en-US" sz="1300" dirty="0">
                <a:solidFill>
                  <a:schemeClr val="tx1"/>
                </a:solidFill>
              </a:rPr>
              <a:t>파일 내용입니다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학교 사이트에 업로드하여 링크 및 버튼으로 </a:t>
            </a:r>
            <a:r>
              <a:rPr lang="en-US" altLang="ko-KR" sz="1300" dirty="0" err="1">
                <a:solidFill>
                  <a:schemeClr val="tx1"/>
                </a:solidFill>
              </a:rPr>
              <a:t>UCMLite_Guide</a:t>
            </a:r>
            <a:r>
              <a:rPr lang="en-US" altLang="ko-KR" sz="1300" dirty="0">
                <a:solidFill>
                  <a:schemeClr val="tx1"/>
                </a:solidFill>
              </a:rPr>
              <a:t>. asp </a:t>
            </a:r>
            <a:r>
              <a:rPr lang="ko-KR" altLang="en-US" sz="1300" dirty="0">
                <a:solidFill>
                  <a:schemeClr val="tx1"/>
                </a:solidFill>
              </a:rPr>
              <a:t>파일을 호출하셔야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/>
                </a:solidFill>
              </a:rPr>
              <a:t>UCMLite_Guide.asp </a:t>
            </a:r>
            <a:r>
              <a:rPr lang="ko-KR" altLang="en-US" sz="1300" dirty="0" err="1">
                <a:solidFill>
                  <a:schemeClr val="tx1"/>
                </a:solidFill>
              </a:rPr>
              <a:t>호출시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UCM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Lite Home</a:t>
            </a:r>
            <a:r>
              <a:rPr lang="ko-KR" altLang="en-US" sz="1300" dirty="0">
                <a:solidFill>
                  <a:schemeClr val="tx1"/>
                </a:solidFill>
              </a:rPr>
              <a:t>으로 이동됩니다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/>
                </a:solidFill>
              </a:rPr>
              <a:t>UCMLite_Guide.asp </a:t>
            </a:r>
            <a:r>
              <a:rPr lang="ko-KR" altLang="en-US" sz="1300" dirty="0">
                <a:solidFill>
                  <a:schemeClr val="tx1"/>
                </a:solidFill>
              </a:rPr>
              <a:t>파일 내용 중 아래의 필수 값들을 지정 해주셔야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학생의 학번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ko-KR" altLang="en-US" sz="1300" dirty="0">
                <a:solidFill>
                  <a:schemeClr val="tx1"/>
                </a:solidFill>
              </a:rPr>
              <a:t>교직원의 직원번호 혹은 </a:t>
            </a:r>
            <a:r>
              <a:rPr lang="en-US" altLang="ko-KR" sz="1300" dirty="0" err="1">
                <a:solidFill>
                  <a:schemeClr val="tx1"/>
                </a:solidFill>
              </a:rPr>
              <a:t>login_id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값을 입력합니다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 = "TEST0001"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학생인 경우 </a:t>
            </a:r>
            <a:r>
              <a:rPr lang="en-US" altLang="ko-KR" sz="1300" dirty="0">
                <a:solidFill>
                  <a:schemeClr val="tx1"/>
                </a:solidFill>
              </a:rPr>
              <a:t>: "S", </a:t>
            </a:r>
            <a:r>
              <a:rPr lang="ko-KR" altLang="en-US" sz="1300" dirty="0">
                <a:solidFill>
                  <a:schemeClr val="tx1"/>
                </a:solidFill>
              </a:rPr>
              <a:t>교직원인경우 </a:t>
            </a:r>
            <a:r>
              <a:rPr lang="en-US" altLang="ko-KR" sz="1300" dirty="0">
                <a:solidFill>
                  <a:schemeClr val="tx1"/>
                </a:solidFill>
              </a:rPr>
              <a:t>: “F”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= "S"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Office 365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office365 = "Y"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G Suite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= "Y"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값은 학교  내 사용자가 </a:t>
            </a:r>
            <a:r>
              <a:rPr lang="en-US" altLang="ko-KR" sz="1300" dirty="0">
                <a:solidFill>
                  <a:schemeClr val="tx1"/>
                </a:solidFill>
              </a:rPr>
              <a:t>Guide </a:t>
            </a:r>
            <a:r>
              <a:rPr lang="ko-KR" altLang="en-US" sz="1300" dirty="0">
                <a:solidFill>
                  <a:schemeClr val="tx1"/>
                </a:solidFill>
              </a:rPr>
              <a:t>파일을 클릭 시 적용될 값으로 설정하시면 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, office365, 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값의 값이 없을 경우 </a:t>
            </a:r>
            <a:r>
              <a:rPr lang="en-US" altLang="ko-KR" sz="1300" dirty="0">
                <a:solidFill>
                  <a:schemeClr val="tx1"/>
                </a:solidFill>
              </a:rPr>
              <a:t>UCM Lite Home</a:t>
            </a:r>
            <a:r>
              <a:rPr lang="ko-KR" altLang="en-US" sz="1300" dirty="0">
                <a:solidFill>
                  <a:schemeClr val="tx1"/>
                </a:solidFill>
              </a:rPr>
              <a:t> 으로 이동되지 않습니다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036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ASP.NET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9459" y="938238"/>
            <a:ext cx="9718541" cy="5836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제공된 </a:t>
            </a:r>
            <a:r>
              <a:rPr lang="en-US" altLang="ko-KR" sz="1300" dirty="0">
                <a:solidFill>
                  <a:schemeClr val="tx1"/>
                </a:solidFill>
              </a:rPr>
              <a:t>UCMLite_Guide.aspx </a:t>
            </a:r>
            <a:r>
              <a:rPr lang="ko-KR" altLang="en-US" sz="1300" dirty="0">
                <a:solidFill>
                  <a:schemeClr val="tx1"/>
                </a:solidFill>
              </a:rPr>
              <a:t>파일 내용입니다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학교 사이트에 업로드하여 링크 및 버튼으로 </a:t>
            </a:r>
            <a:r>
              <a:rPr lang="en-US" altLang="ko-KR" sz="1300" dirty="0">
                <a:solidFill>
                  <a:schemeClr val="tx1"/>
                </a:solidFill>
              </a:rPr>
              <a:t>UCMLite_Guide.aspx </a:t>
            </a:r>
            <a:r>
              <a:rPr lang="ko-KR" altLang="en-US" sz="1300" dirty="0">
                <a:solidFill>
                  <a:schemeClr val="tx1"/>
                </a:solidFill>
              </a:rPr>
              <a:t>파일을 호출하셔야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/>
                </a:solidFill>
              </a:rPr>
              <a:t>UCMLite_Guide.aspx </a:t>
            </a:r>
            <a:r>
              <a:rPr lang="ko-KR" altLang="en-US" sz="1300" dirty="0" err="1">
                <a:solidFill>
                  <a:schemeClr val="tx1"/>
                </a:solidFill>
              </a:rPr>
              <a:t>호출시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UCM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Lite Home</a:t>
            </a:r>
            <a:r>
              <a:rPr lang="ko-KR" altLang="en-US" sz="1300" dirty="0">
                <a:solidFill>
                  <a:schemeClr val="tx1"/>
                </a:solidFill>
              </a:rPr>
              <a:t>으로 이동됩니다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schemeClr val="tx1"/>
                </a:solidFill>
              </a:rPr>
              <a:t>UCMLite_Guide.aspx </a:t>
            </a:r>
            <a:r>
              <a:rPr lang="ko-KR" altLang="en-US" sz="1300" dirty="0">
                <a:solidFill>
                  <a:schemeClr val="tx1"/>
                </a:solidFill>
              </a:rPr>
              <a:t>파일 내용 중 아래의 필수 값들을 지정 해주셔야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학생의 학번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ko-KR" altLang="en-US" sz="1300" dirty="0">
                <a:solidFill>
                  <a:schemeClr val="tx1"/>
                </a:solidFill>
              </a:rPr>
              <a:t>교직원의 직원번호 혹은 </a:t>
            </a:r>
            <a:r>
              <a:rPr lang="en-US" altLang="ko-KR" sz="1300" dirty="0" err="1">
                <a:solidFill>
                  <a:schemeClr val="tx1"/>
                </a:solidFill>
              </a:rPr>
              <a:t>login_id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값을 입력합니다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 = "TEST0001";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학생인 경우 </a:t>
            </a:r>
            <a:r>
              <a:rPr lang="en-US" altLang="ko-KR" sz="1300" dirty="0">
                <a:solidFill>
                  <a:schemeClr val="tx1"/>
                </a:solidFill>
              </a:rPr>
              <a:t>: "S", </a:t>
            </a:r>
            <a:r>
              <a:rPr lang="ko-KR" altLang="en-US" sz="1300" dirty="0">
                <a:solidFill>
                  <a:schemeClr val="tx1"/>
                </a:solidFill>
              </a:rPr>
              <a:t>교직원인경우 </a:t>
            </a:r>
            <a:r>
              <a:rPr lang="en-US" altLang="ko-KR" sz="1300" dirty="0">
                <a:solidFill>
                  <a:schemeClr val="tx1"/>
                </a:solidFill>
              </a:rPr>
              <a:t>: “F”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= "S";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Office 365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office365 = "Y";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G Suite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String 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= "Y";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값은 학교  내 사용자가 </a:t>
            </a:r>
            <a:r>
              <a:rPr lang="en-US" altLang="ko-KR" sz="1300" dirty="0">
                <a:solidFill>
                  <a:schemeClr val="tx1"/>
                </a:solidFill>
              </a:rPr>
              <a:t>Guide </a:t>
            </a:r>
            <a:r>
              <a:rPr lang="ko-KR" altLang="en-US" sz="1300" dirty="0">
                <a:solidFill>
                  <a:schemeClr val="tx1"/>
                </a:solidFill>
              </a:rPr>
              <a:t>파일을 클릭 시 적용될 값으로 설정하시면 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, office365, 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값의 값이 없을 경우 </a:t>
            </a:r>
            <a:r>
              <a:rPr lang="en-US" altLang="ko-KR" sz="1300" dirty="0">
                <a:solidFill>
                  <a:schemeClr val="tx1"/>
                </a:solidFill>
              </a:rPr>
              <a:t>UCM Lite Home</a:t>
            </a:r>
            <a:r>
              <a:rPr lang="ko-KR" altLang="en-US" sz="1300" dirty="0">
                <a:solidFill>
                  <a:schemeClr val="tx1"/>
                </a:solidFill>
              </a:rPr>
              <a:t> 으로 이동되지 않습니다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745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PHP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9459" y="938238"/>
            <a:ext cx="9718541" cy="5836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제공된 </a:t>
            </a:r>
            <a:r>
              <a:rPr lang="en-US" altLang="ko-KR" sz="1300" dirty="0" err="1">
                <a:solidFill>
                  <a:schemeClr val="tx1"/>
                </a:solidFill>
              </a:rPr>
              <a:t>UCMLite_Guide.php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파일 내용입니다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schemeClr val="tx1"/>
                </a:solidFill>
              </a:rPr>
              <a:t>학교 사이트에 업로드하여 링크 및 버튼으로 </a:t>
            </a:r>
            <a:r>
              <a:rPr lang="en-US" altLang="ko-KR" sz="1300" dirty="0" err="1">
                <a:solidFill>
                  <a:schemeClr val="tx1"/>
                </a:solidFill>
              </a:rPr>
              <a:t>UCMLite_Guide.php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파일을 호출하셔야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chemeClr val="tx1"/>
                </a:solidFill>
              </a:rPr>
              <a:t>UCMLite_Guide.php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 err="1">
                <a:solidFill>
                  <a:schemeClr val="tx1"/>
                </a:solidFill>
              </a:rPr>
              <a:t>호출시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UCM</a:t>
            </a:r>
            <a:r>
              <a:rPr lang="ko-KR" altLang="en-US" sz="1300" dirty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Lite Home</a:t>
            </a:r>
            <a:r>
              <a:rPr lang="ko-KR" altLang="en-US" sz="1300" dirty="0">
                <a:solidFill>
                  <a:schemeClr val="tx1"/>
                </a:solidFill>
              </a:rPr>
              <a:t>으로 이동됩니다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 err="1">
                <a:solidFill>
                  <a:schemeClr val="tx1"/>
                </a:solidFill>
              </a:rPr>
              <a:t>UCMLite_Guide.php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파일 내용 중 아래의 필수 값들을 지정 해주셔야 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학생의 학번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ko-KR" altLang="en-US" sz="1300" dirty="0">
                <a:solidFill>
                  <a:schemeClr val="tx1"/>
                </a:solidFill>
              </a:rPr>
              <a:t>교직원의 직원번호 혹은 </a:t>
            </a:r>
            <a:r>
              <a:rPr lang="en-US" altLang="ko-KR" sz="1300" dirty="0" err="1">
                <a:solidFill>
                  <a:schemeClr val="tx1"/>
                </a:solidFill>
              </a:rPr>
              <a:t>login_id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값을 입력합니다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$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 = "TEST0001";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필수값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학생인 경우 </a:t>
            </a:r>
            <a:r>
              <a:rPr lang="en-US" altLang="ko-KR" sz="1300" dirty="0">
                <a:solidFill>
                  <a:schemeClr val="tx1"/>
                </a:solidFill>
              </a:rPr>
              <a:t>: "S", </a:t>
            </a:r>
            <a:r>
              <a:rPr lang="ko-KR" altLang="en-US" sz="1300" dirty="0">
                <a:solidFill>
                  <a:schemeClr val="tx1"/>
                </a:solidFill>
              </a:rPr>
              <a:t>교직원인경우 </a:t>
            </a:r>
            <a:r>
              <a:rPr lang="en-US" altLang="ko-KR" sz="1300" dirty="0">
                <a:solidFill>
                  <a:schemeClr val="tx1"/>
                </a:solidFill>
              </a:rPr>
              <a:t>: “F”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$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= "S";</a:t>
            </a:r>
          </a:p>
          <a:p>
            <a:endParaRPr lang="ko-KR" altLang="en-US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Office 365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$office365 = "Y";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[</a:t>
            </a:r>
            <a:r>
              <a:rPr lang="ko-KR" altLang="en-US" sz="1300" dirty="0" err="1">
                <a:solidFill>
                  <a:schemeClr val="tx1"/>
                </a:solidFill>
              </a:rPr>
              <a:t>선택값</a:t>
            </a:r>
            <a:r>
              <a:rPr lang="en-US" altLang="ko-KR" sz="1300" dirty="0">
                <a:solidFill>
                  <a:schemeClr val="tx1"/>
                </a:solidFill>
              </a:rPr>
              <a:t>] G Suite </a:t>
            </a:r>
            <a:r>
              <a:rPr lang="ko-KR" altLang="en-US" sz="1300" dirty="0">
                <a:solidFill>
                  <a:schemeClr val="tx1"/>
                </a:solidFill>
              </a:rPr>
              <a:t>계정 생성 여부 </a:t>
            </a:r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en-US" altLang="ko-KR" sz="1300" dirty="0">
                <a:solidFill>
                  <a:schemeClr val="tx1"/>
                </a:solidFill>
              </a:rPr>
              <a:t>// </a:t>
            </a:r>
            <a:r>
              <a:rPr lang="ko-KR" altLang="en-US" sz="1300" dirty="0">
                <a:solidFill>
                  <a:schemeClr val="tx1"/>
                </a:solidFill>
              </a:rPr>
              <a:t>생성 가능  </a:t>
            </a:r>
            <a:r>
              <a:rPr lang="en-US" altLang="ko-KR" sz="1300" dirty="0">
                <a:solidFill>
                  <a:schemeClr val="tx1"/>
                </a:solidFill>
              </a:rPr>
              <a:t>: "Y", </a:t>
            </a:r>
            <a:r>
              <a:rPr lang="ko-KR" altLang="en-US" sz="1300" dirty="0">
                <a:solidFill>
                  <a:schemeClr val="tx1"/>
                </a:solidFill>
              </a:rPr>
              <a:t> 생성 불가능 </a:t>
            </a:r>
            <a:r>
              <a:rPr lang="en-US" altLang="ko-KR" sz="1300" dirty="0">
                <a:solidFill>
                  <a:schemeClr val="tx1"/>
                </a:solidFill>
              </a:rPr>
              <a:t>: “N”</a:t>
            </a:r>
          </a:p>
          <a:p>
            <a:r>
              <a:rPr lang="en-US" altLang="ko-KR" sz="1300" dirty="0">
                <a:solidFill>
                  <a:schemeClr val="tx1"/>
                </a:solidFill>
              </a:rPr>
              <a:t>$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= "Y";</a:t>
            </a:r>
          </a:p>
          <a:p>
            <a:endParaRPr lang="en-US" altLang="ko-KR" sz="1300" dirty="0">
              <a:solidFill>
                <a:schemeClr val="tx1"/>
              </a:solidFill>
            </a:endParaRP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값은 학교  내 사용자가 </a:t>
            </a:r>
            <a:r>
              <a:rPr lang="en-US" altLang="ko-KR" sz="1300" dirty="0">
                <a:solidFill>
                  <a:schemeClr val="tx1"/>
                </a:solidFill>
              </a:rPr>
              <a:t>Guide </a:t>
            </a:r>
            <a:r>
              <a:rPr lang="ko-KR" altLang="en-US" sz="1300" dirty="0">
                <a:solidFill>
                  <a:schemeClr val="tx1"/>
                </a:solidFill>
              </a:rPr>
              <a:t>파일을 클릭 시 적용될 값으로 설정하시면 됩니다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300" dirty="0">
                <a:solidFill>
                  <a:schemeClr val="tx1"/>
                </a:solidFill>
              </a:rPr>
              <a:t>* </a:t>
            </a:r>
            <a:r>
              <a:rPr lang="en-US" altLang="ko-KR" sz="1300" dirty="0" err="1">
                <a:solidFill>
                  <a:schemeClr val="tx1"/>
                </a:solidFill>
              </a:rPr>
              <a:t>userId</a:t>
            </a:r>
            <a:r>
              <a:rPr lang="en-US" altLang="ko-KR" sz="1300" dirty="0">
                <a:solidFill>
                  <a:schemeClr val="tx1"/>
                </a:solidFill>
              </a:rPr>
              <a:t>, </a:t>
            </a:r>
            <a:r>
              <a:rPr lang="en-US" altLang="ko-KR" sz="1300" dirty="0" err="1">
                <a:solidFill>
                  <a:schemeClr val="tx1"/>
                </a:solidFill>
              </a:rPr>
              <a:t>userclass</a:t>
            </a:r>
            <a:r>
              <a:rPr lang="en-US" altLang="ko-KR" sz="1300" dirty="0">
                <a:solidFill>
                  <a:schemeClr val="tx1"/>
                </a:solidFill>
              </a:rPr>
              <a:t>, office365, </a:t>
            </a:r>
            <a:r>
              <a:rPr lang="en-US" altLang="ko-KR" sz="1300" dirty="0" err="1">
                <a:solidFill>
                  <a:schemeClr val="tx1"/>
                </a:solidFill>
              </a:rPr>
              <a:t>gsuite</a:t>
            </a: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r>
              <a:rPr lang="ko-KR" altLang="en-US" sz="1300" dirty="0">
                <a:solidFill>
                  <a:schemeClr val="tx1"/>
                </a:solidFill>
              </a:rPr>
              <a:t>값의 값이 없을 경우 </a:t>
            </a:r>
            <a:r>
              <a:rPr lang="en-US" altLang="ko-KR" sz="1300" dirty="0">
                <a:solidFill>
                  <a:schemeClr val="tx1"/>
                </a:solidFill>
              </a:rPr>
              <a:t>UCM Lite Home</a:t>
            </a:r>
            <a:r>
              <a:rPr lang="ko-KR" altLang="en-US" sz="1300" dirty="0">
                <a:solidFill>
                  <a:schemeClr val="tx1"/>
                </a:solidFill>
              </a:rPr>
              <a:t> 으로 이동되지 않습니다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203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1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31" name="그림 30" descr="1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7786"/>
            <a:ext cx="9906000" cy="685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368826" y="2814509"/>
            <a:ext cx="516834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algn="ctr"/>
            <a:r>
              <a:rPr lang="en-US" altLang="ko-KR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03. </a:t>
            </a:r>
            <a:r>
              <a:rPr lang="ko-KR" altLang="en-US" sz="4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담당자 연락처</a:t>
            </a:r>
            <a:endParaRPr lang="en-US" altLang="ko-KR" sz="4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2846240" y="3432051"/>
            <a:ext cx="4251057" cy="0"/>
            <a:chOff x="2338387" y="4509120"/>
            <a:chExt cx="4529138" cy="0"/>
          </a:xfrm>
        </p:grpSpPr>
        <p:cxnSp>
          <p:nvCxnSpPr>
            <p:cNvPr id="34" name="직선 연결선 33"/>
            <p:cNvCxnSpPr/>
            <p:nvPr/>
          </p:nvCxnSpPr>
          <p:spPr>
            <a:xfrm>
              <a:off x="2338387" y="4509120"/>
              <a:ext cx="1033463" cy="0"/>
            </a:xfrm>
            <a:prstGeom prst="line">
              <a:avLst/>
            </a:prstGeom>
            <a:ln w="19050">
              <a:solidFill>
                <a:srgbClr val="241E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374926" y="4509120"/>
              <a:ext cx="349259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그림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265" y="211816"/>
            <a:ext cx="1817520" cy="306043"/>
          </a:xfrm>
          <a:prstGeom prst="rect">
            <a:avLst/>
          </a:prstGeom>
        </p:spPr>
      </p:pic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102F-0311-47AA-8F9B-A169B99C6A4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05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담당자 연락처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83059" y="1075038"/>
            <a:ext cx="9181071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ko-KR" dirty="0">
                <a:solidFill>
                  <a:schemeClr val="tx1"/>
                </a:solidFill>
              </a:rPr>
              <a:t>#</a:t>
            </a:r>
            <a:r>
              <a:rPr lang="ko-KR" altLang="en-US" dirty="0" err="1">
                <a:solidFill>
                  <a:schemeClr val="tx1"/>
                </a:solidFill>
              </a:rPr>
              <a:t>클라우드솔루션팀</a:t>
            </a:r>
            <a:r>
              <a:rPr lang="ko-KR" altLang="en-US">
                <a:solidFill>
                  <a:schemeClr val="tx1"/>
                </a:solidFill>
              </a:rPr>
              <a:t> 김광석 </a:t>
            </a:r>
            <a:r>
              <a:rPr lang="ko-KR" altLang="en-US" dirty="0">
                <a:solidFill>
                  <a:schemeClr val="tx1"/>
                </a:solidFill>
              </a:rPr>
              <a:t>부장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	</a:t>
            </a:r>
            <a:r>
              <a:rPr lang="en-US" altLang="ko-KR" dirty="0">
                <a:solidFill>
                  <a:schemeClr val="tx1"/>
                </a:solidFill>
                <a:hlinkClick r:id="rId3"/>
              </a:rPr>
              <a:t>kskim@corebd.co.kr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개발팀 천 현 차장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	seeno</a:t>
            </a:r>
            <a:r>
              <a:rPr lang="en-US" altLang="ko-KR" dirty="0">
                <a:solidFill>
                  <a:schemeClr val="tx1"/>
                </a:solidFill>
                <a:hlinkClick r:id="rId4"/>
              </a:rPr>
              <a:t>@corebd.co.kr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66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2063</TotalTime>
  <Words>1048</Words>
  <Application>Microsoft Office PowerPoint</Application>
  <PresentationFormat>A4 용지(210x297mm)</PresentationFormat>
  <Paragraphs>162</Paragraphs>
  <Slides>11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Calibri Light</vt:lpstr>
      <vt:lpstr>Tahoma</vt:lpstr>
      <vt:lpstr>Office 테마</vt:lpstr>
      <vt:lpstr>PowerPoint 프레젠테이션</vt:lpstr>
      <vt:lpstr>PowerPoint 프레젠테이션</vt:lpstr>
      <vt:lpstr>PowerPoint 프레젠테이션</vt:lpstr>
      <vt:lpstr>연동 설정</vt:lpstr>
      <vt:lpstr>PowerPoint 프레젠테이션</vt:lpstr>
      <vt:lpstr>JSP</vt:lpstr>
      <vt:lpstr>ASP</vt:lpstr>
      <vt:lpstr>ASP.NET</vt:lpstr>
      <vt:lpstr>PHP</vt:lpstr>
      <vt:lpstr>PowerPoint 프레젠테이션</vt:lpstr>
      <vt:lpstr>담당자 연락처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오성현</dc:creator>
  <cp:lastModifiedBy>최선우/사원/(주)코어빌더</cp:lastModifiedBy>
  <cp:revision>90</cp:revision>
  <dcterms:created xsi:type="dcterms:W3CDTF">2015-02-09T00:24:39Z</dcterms:created>
  <dcterms:modified xsi:type="dcterms:W3CDTF">2023-10-23T05:46:08Z</dcterms:modified>
</cp:coreProperties>
</file>